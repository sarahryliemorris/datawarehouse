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verage" panose="020B0604020202020204" charset="0"/>
      <p:regular r:id="rId13"/>
    </p:embeddedFont>
    <p:embeddedFont>
      <p:font typeface="Oswald" panose="020F0502020204030204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5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980f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980f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0c8c140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0c8c140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0c8c140c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0c8c140c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20c8c140c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20c8c140c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0c8c140c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0c8c140c1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0c8c140c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0c8c140c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0c8c140c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0c8c140c1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0c8c140c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20c8c140c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0c8c140c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0c8c140c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TFrank/ist722_final_project/tree/mai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-53400" y="766050"/>
            <a:ext cx="4444200" cy="13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IST 719 Final Project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80050" y="2737125"/>
            <a:ext cx="3177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VBay Vipers: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Travis Phelps, Archie Frank, and Sarah Morris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9750" y="301550"/>
            <a:ext cx="4444200" cy="454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Overview of the Source Data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151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vbay_bids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vb_bid_status_lookup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vb_datedimension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vb_items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vb_item_types_lookup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vb_rating_astypes_lookup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vb_users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vb_user_ratings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vb_zip_codes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3500" y="1343962"/>
            <a:ext cx="5375700" cy="3033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Bus Matrix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8850"/>
            <a:ext cx="8839204" cy="2045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329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Star Schemas 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3175"/>
            <a:ext cx="25536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4359" y="1443175"/>
            <a:ext cx="2675292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8625" y="1458380"/>
            <a:ext cx="2553675" cy="290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253150" y="622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Dim_User Table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00" y="2017075"/>
            <a:ext cx="6044700" cy="237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6625" y="537531"/>
            <a:ext cx="5125223" cy="2118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399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Dim_Item Table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11225"/>
            <a:ext cx="6544125" cy="242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3025" y="483625"/>
            <a:ext cx="4611148" cy="249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399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Fact_Sales Table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9075" y="284275"/>
            <a:ext cx="3678014" cy="38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450" y="1585250"/>
            <a:ext cx="4983826" cy="1781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623400" y="539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Fact_Bids Table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0" y="2213176"/>
            <a:ext cx="5895725" cy="18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4775" y="192026"/>
            <a:ext cx="3738825" cy="285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623400" y="539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Fact_Ratings Table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5126" y="157988"/>
            <a:ext cx="2878801" cy="48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175" y="1680900"/>
            <a:ext cx="5517773" cy="192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Github Documentation: </a:t>
            </a:r>
            <a:r>
              <a:rPr lang="en" dirty="0">
                <a:hlinkClick r:id="rId3"/>
              </a:rPr>
              <a:t>https://github.com/RTFrank/ist722_final_project/tree/main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On-screen Show (16:9)</PresentationFormat>
  <Paragraphs>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Average</vt:lpstr>
      <vt:lpstr>Oswald</vt:lpstr>
      <vt:lpstr>Slate</vt:lpstr>
      <vt:lpstr>IST 719 Final Project</vt:lpstr>
      <vt:lpstr>Overview of the Source Data</vt:lpstr>
      <vt:lpstr>Bus Matrix</vt:lpstr>
      <vt:lpstr>Star Schemas </vt:lpstr>
      <vt:lpstr>Dim_User Table</vt:lpstr>
      <vt:lpstr>Dim_Item Table</vt:lpstr>
      <vt:lpstr>Fact_Sales Table</vt:lpstr>
      <vt:lpstr>Fact_Bids Table</vt:lpstr>
      <vt:lpstr>Fact_Ratings Table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Travis Phelps</cp:lastModifiedBy>
  <cp:revision>1</cp:revision>
  <dcterms:modified xsi:type="dcterms:W3CDTF">2024-12-20T00:29:29Z</dcterms:modified>
</cp:coreProperties>
</file>